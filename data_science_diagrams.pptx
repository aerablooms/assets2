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Science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Raw Data → Cleaning → EDA → Feature Engineering</a:t>
            </a:r>
          </a:p>
          <a:p>
            <a:pPr/>
            <a:r>
              <a:t>→ Modeling → Evaluation →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Supervised: labeled data, prediction</a:t>
            </a:r>
          </a:p>
          <a:p>
            <a:pPr/>
            <a:r>
              <a:t>Unsupervised: pattern discovery</a:t>
            </a:r>
          </a:p>
          <a:p>
            <a:pPr/>
            <a:r>
              <a:t>Reinforcement: reward-based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Accuracy = (TP + TN) / Total</a:t>
            </a:r>
          </a:p>
          <a:p>
            <a:pPr/>
            <a:r>
              <a:t>Precision = TP / (TP + FP)</a:t>
            </a:r>
          </a:p>
          <a:p>
            <a:pPr/>
            <a:r>
              <a:t>F1 Score balances precision &amp; recall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Science Community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Experts vs Newcomers</a:t>
            </a:r>
          </a:p>
          <a:p>
            <a:pPr/>
            <a:r>
              <a:t>Communication: GitHub, forums, blogs</a:t>
            </a:r>
          </a:p>
          <a:p>
            <a:pPr/>
            <a:r>
              <a:t>Genres: dashboards, code</a:t>
            </a:r>
          </a:p>
          <a:p>
            <a:pPr/>
            <a:r>
              <a:t>Language: technical terms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Business: customer insights, prediction</a:t>
            </a:r>
          </a:p>
          <a:p>
            <a:pPr/>
            <a:r>
              <a:t>Smart Cities: traffic, energy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